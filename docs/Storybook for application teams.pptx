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(recommended)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— the Plectrum components the app uses and the team's local components with their reuse estimate —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is recommended — it answers most reuse, layout and UX questions without waiting for Core — but working by hand stays possible: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of three decisions: use-existing · app-specific · approved-candidate. There is no rejection — the team owns its component and can always keep it locally. - Only approved-candidate lets the team submit the component to Core; the other two keep it in the application.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- Teams do not have to spot what is worth sharing: each local component's evidence checklist has a Reuse potential line (none / possible / likely), the usage report sends it to Core, and Core reviews the Local scope of Find a component to pick what to share. Source: Contribute › Proposal decisions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Step 1 in practice: npm run pds:component lists similar components other teams already built; the team fills the Reuse potential line; CI reports the component to Core. Core contacts the team when a component is worth sharing.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build; local components are reported to Core, scaffold warns about similar ones from other teams, and Core picks what to share.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usage and local components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2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RECOMMENDED, NOT REQUIRED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4397871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445819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466774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it, then submits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15240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local components seen by 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2026-09-28T21:27:09Z</dcterms:created>
  <dcterms:modified xsi:type="dcterms:W3CDTF">2026-09-28T21:27:09Z</dcterms:modified>
</cp:coreProperties>
</file>