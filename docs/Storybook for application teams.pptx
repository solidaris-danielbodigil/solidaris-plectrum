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(optional)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repositories, screens and local components — they build them without waiting for Core.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(styles, tokens, Agenda and Open Sans fonts) — version together. Toolkit: pds-devkit — dev dependency, own version. - Install: copy the Plectrum starter, set the team and application IDs in package.json, run npm install. - Set up: npm install runs plectrum bootstrap — empty local ITCSS layers, styles and fonts wired, local Storybook, unit and story tests, a pre-commit hook, agents and a CI workflow. Commit the generated files. - Build: providePlectrum() is already in app.config; local styles go in src/styles/06-components. - Validate: the generated workflow runs the checks, the build, unit tests and story + accessibility tests on every PR. - Adopt: CI sends a usage report to Core — the Plectrum components the app uses and the team's local components with their reuse estimate — once the team is registered and the PLECTRUM_ADOPTION_TOKEN secret is set; the local Storybook page Plectrum/Setup shows what is missing. - Upgrade: Renovate / Dependabot PRs → plectrum update → checks. What's new lists the changes. Source: Build with Plectrum — https://solidaris-danielbodigil.github.io/solidaris-plectrum/storybook/latest/?path=/docs/get-started-use-plectrum-in-an-app--docs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released → Renovate / Dependabot bump the apps. - 5: a token only one app needs stays in that app (local token file); a token other teams could use is proposed, and Core adds it to 01-settings. - 6–7: tokens:propose → agent (Figma MCP) or tokens plugin → proposals/{app} → a designer merges and publishes. - Every sync: three-way drift audit (Figma, preset, SCSS); report in the PR and as a Figma comment. Source: Token pipeline › Architecture · Figma sync — https://solidaris-danielbodigil.github.io/solidaris-plectrum/storybook/latest/?path=/docs/docs-token-pipeline--docs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component) + the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In an app, the scaffold creates the component, story, unit test, metadata and styles — no Core approval needed. In Plectrum, a Core component starts after Core's decision. - Example prompt: the pre-flight finds PrimeNG DatePicker (range mode) already covers the need → no new component. - Humans still own review, Storybook, CSS and Figma publication. - By hand: slide 9 — same scripts, tests, CI gates and reviews. Source: AI strategy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npm install (plectrum bootstrap) generates them in each app repo. - Local components need no Core decision; sharing through Core still needs a proposal, a decision, a review and a release. - In an application, /plectrum is the team's first reviewer: before anything is built it checks PrimeNG and the catalogue, says when an existing component or composition already covers the need, and answers layout and UX questions. It names what a designer should decide and recommends showing new UX early to the core team or a designer — it does not replace them. Source: AI strategy › Subagents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no AI? Nothing lost — same scripts, same CI, same reviews. - Find — agent: PrimeNG MCP → index.json → Storybook MCP (same order as the pre-flight on slide 7). - Find — by hand: themed PrimeNG first, then Find a component or plectrum catalogue (offline). - Create: npm run pds:component in an app (no approval needed), pds:component in the Plectrum repo. - Check: npm run pds:check:ci, then build and tests. - Figma to tokens: an agent reads variables via Figma MCP, or the designer runs the plugin sync;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app built from the starter, build it and run its stories — exactly what a team repo does. - Application CI: Plectrum checks, build, unit tests, story + accessibility tests. - Chromatic visual tests only when enabled — don't promise more. - Same gates for agent and human changes.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Usage reports: app CI opens a central PR after a push to main; Core reviews it. - Repo → Figma: a designer reviews proposals/{app}, then merges and publishes. - Apps: bumps arrive as Renovate / Dependabot PRs, gated by the app's checks and tests. - Releases: Changesets version PR; a maintainer runs the attended release. Source: Contribute · Maintainer workflow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locally; propose to share. - Small fix (typo, example, link): PR on Plectrum. - Gap (component, variant, token): check themed PrimeNG and Core first; if nothing fits, the team builds it in its own repo — no approval needed. - To share it, open a proposal = a GitHub issue on Plectrum: the need, what you tried, a Figma link, a preview. - Core records one decision: use-existing · app-specific · rejected · approved-candidate. - Only approved-candidate lets the team submit the component to Core; the other decisions keep it local. - Your team builds it → your team owns it. Nothing becomes Core automatically. - Before building, ask /plectrum: it often finds that an existing component or composition already does the job. For new UX, talk early to the core team or a designer — advice, not an approval step. - Teams do not have to spot what is worth sharing: each local component's evidence checklist has a Reuse potential line (none / possible / likely), the usage report sends it to Core, and Core reviews the Local scope of Find a component to pick what to share. Source: Contribute › Proposal decisions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Propose early: Core can spot duplicates and give guidance on reuse, naming and tokens — and the team never waits to build locally. - Ask /plectrum first: it checks reuse and helps with layout and UX; designers still join the loop early for new UX. - Step 1 in practice: npm run pds:component lists similar components other teams already built; the team fills the Reuse potential line; CI reports the component to Core. Core contacts the team when a component is worth sharing. - Colours = actor: green app, blue Core, orange designer, grey release. - Every proposal is a GitHub issue in the central Plectrum repo — from an app team or a designer. - App route: the team builds in its repo → proposes the component → Core decides → the team submits (candidate-submit) → Core integrates → designer updates Figma → release → the app adopts. - Until integration, the component stays the app's; nothing becomes Core automatically. - Local components use feature names (c-affiliate-*), never Core names; the app checks still apply. - Design route: designer proposes from Custom components → Core decides and builds → release. Example: Profile header. - Corrections and Core work: a reviewed PR in the Plectrum repo. Source: Contribute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local build; local components are reported to Core, scaffold warns about similar ones from other teams, and Core picks what to share. - Earlier feedback (app teams, designers): stories, CI and review catch issues in the PR; sync results land in Figma. - Repeatable adoption (Solidaris, new teams): a new team = the starter + npm install; upgrades arrive as PRs; usage reports show who uses what. - Ask of every team: consume the packages, run the checks, return shared improvements through a GitHub issue. - Next step: one real pilot team walks the full path — local build → proposal → decision → submission → integration → release → adoption.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 components whenever you need them. - Code to copy? No — consume a published version. - Can AI build a component? It prepares; people review. - Missing token? Use a local token file if only your app needs it; otherwise propose it. - Our own repo already? The starter and the consumer smoke test pass;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styles, --pds-* tokens, fonts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CLI, app setup, agents,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copy the starter, then npm install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Set up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styles, Storybook, tests, hook and CI generated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theme, styles and fonts already wired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checks, build and tests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CI reports usage and local components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22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scaffolded locally, no approval needed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first reviewer: reuse, layout, UX.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at npm install.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OPTIONAL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“The agent usually runs these steps; you can do each one by hand.”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generated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and contract checks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unit tests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accessibility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 report to Core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Checks, build, unit + story tests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usage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 from app CI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its checks and tests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BUILD LOCALLY, PROPOSE TO SHARE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10550" y="43978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43900" y="44576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3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43900" y="46709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 shared; build locally if needed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5112246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517257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538212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it, then submits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22352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8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53313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build → proposal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approval to build; open an issue to share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Complete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Stories, tests, evidence and a preview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ask /plectrum first, and show new UX early to Core or a designer.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local components seen by 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2026-09-28T21:27:09Z</dcterms:created>
  <dcterms:modified xsi:type="dcterms:W3CDTF">2026-09-28T21:27:09Z</dcterms:modified>
</cp:coreProperties>
</file>