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 and screens; local Candidates only after a Core decision.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— version together. Toolkit: pds-devkit — dev dependency, own version. - Before init: Core registers the team, application and repo URL. - Initialize: plectrum init writes .plectrum/config.json, the Cursor / VS Code agents and a PR workflow running the CI profile. - Build: pds-styles on the include path + one @use in styles.scss; providePlectrum() in app.config themes PrimeNG. - Before you invent: themed PrimeNG → a Core pds-* component → a proposal. - App rules: CSS is the API (var(--pds-*), o- / c- / u- classes); no token copies; no silent duplicates. - Upgrade: Renovate / Dependabot PRs → plectrum update → validate. What's new lists breaking changes. - Today main is a development preview: a pilot installs packed tarballs until the release is published. Source: Build with Plectrum — https://solidaris-danielbodigil.github.io/solidaris-plectrum/storybook/?path=/docs/get-started-use-plectrum-in-an-app--docs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published → Renovate / Dependabot bump the apps. - 5: an app team PR adds code-owned --pds-* tokens in Plectrum. - 6–7: tokens:propose → agent (Figma MCP) or tokens plugin → proposals/{app} → a designer merges and publishes. - Every sync: three-way drift audit (Figma, preset, SCSS); report in the PR and as a Figma comment. - Last sync: 25 Sept 2026 — 2,849 / 2,849 tokens resolve, audit passed. Source: Token pipeline › Architecture · Figma sync — https://solidaris-danielbodigil.github.io/solidaris-plectrum/storybook/?path=/docs/docs-token-pipeline--docs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Diagram: Storybook's "Contract layers". - index.json: generated map — what exists, where, status, owner. - {name}.metadata.ts: how and why to use it — use cases, anti-patterns, tokens, a11y, AI hints. - protocols/: decision trees for create, query, audit. - Pre-flight: PrimeNG MCP → Figma MCP → index.json → Storybook MCP → starter files. - "Starter files" (Storybook says "scaffold"): one command creates the Angular files, .metadata.ts, story stub and styles — only after Core approves. - Humans still own review, Storybook, CSS and Figma publication. - By hand: same scripts, tests, CI gates and reviews — just slower. "A choice, not a requirement." Source: AI strategy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file per component; everything else is rendered or checked from it. - Diagram: Storybook "What is already wired" — contracts · libraries · checks. - One .metadata.ts feeds: docs page blocks, Find a component row, index.json, the agents' offline catalogue. - Contracts are code: missing or stale metadata = a defect, not optional docs. - Stale index: regenerated by the scaffolder; CI fails if not committed. - Props drift: contracts:check compares metadata with Angular inputs / outputs. - Restated docs: docs:check fails a page that copies a metadata block. - Undeclared token: the "Consumed" play test fails in CI. - Why it matters: agents stay safe, and docs never drift = low maintenance. Source: AI strategy › Architecture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plectrum init installs them in each app repo. - Every route still needs a proposal, a Core decision, a review and a human Figma merge. Source: AI strategy › Subagents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Storybook: "It is a choice, not a requirement." - Find — agent: PrimeNG MCP → index.json → Storybook MCP (same order as the pre-flight on slide 7). - Find — by hand: check themed PrimeNG first, then Find a component or plectrum catalogue (offline). - Create: plectrum scaffold (app repo, after approval) or pds:component (Plectrum repo). - Check: plectrum check --profile ci. - Figma to tokens: an agent can read variables via Figma MCP, or the designer runs the plugin sync; either way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check:commit — docs, contracts, tokens, lint, generated files saved.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plectrum check --profile ci — no hex, no px, no unknown --pds-*. - Release: same commit's CI, clean-app install, matching Storybook; "latest" never moves on a partial release.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throwaway app and build it — exactly what a team repo does (1 app = 1 repo). - Application CI: plectrum check --profile ci — compatibility, source scan, Candidate evidence. - Chromatic visual tests only when enabled — don't promise more. - Same gates for agent and human changes.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Repo → Figma: a designer reviews proposals/{app}, then merges and publishes. - Apps: bumps arrive as Renovate / Dependabot PRs, gated by the app CI profile. - Releases: Changesets version PR; a maintainer runs the attended release. Source: Contribute · Maintainer workflow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typo is a PR; a gap is a proposal. - Small fix (typo, example, link): PR on Plectrum. - Gap (component, variant, token): proposal — the need, what you tried, a Figma link. - Check themed PrimeNG and Core first — "a Candidate is not a core-team ticket". - Core records one decision: use-existing · app-specific · rejected · approved-candidate. - The toolkit only scaffolds and submits under approved-candidate. - Your team builds it → your team owns it. Nothing becomes Core automatically. - Already built it? Open the proposal anyway and attach it. Source: Contribute › Proposal decisions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Colours = actor: green app, blue Core, orange designer, grey release. - Step names simplified from Storybook: Discover → Propose, Approve → Decide, Implement → Build, Design return → Update Figma. - App route: the team proposes the gap → Core decides → the team builds in its repo and submits (candidate-submit) → Core integrates → designer updates Figma → release → the app adopts. - Until integration, the component stays the app's; nothing becomes Core automatically. - Candidates use feature names (c-affiliate-*), never Core names; the app CI profile still applies. - Design route: designer proposes from Custom components → Core decides and builds → release. Example: Profile header. - Corrections and Core work: a reviewed PR in the Plectrum repo. Source: Process and contracts — https://solidaris-danielbodigil.github.io/solidaris-plectrum/storybook/?path=/docs/docs-pipeline-contracts--docs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work. - Shared sources → one place to change; no duplicate maintenance. - Reuse + contracts → teams find what exists before building; fewer local variants. - Stories + CI + review → problems show up in the PR, not in production. - Versioned delivery → every team adopts the same way, at its own pace. - Ask of every team: consume the packages, run the checks, return shared improvements through a proposal.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locally only after a decision. - Code to copy? No — consume a published version. - Can AI build a component? It prepares; people review. - Missing token? Describe the need, check existing roles, propose it; the value is reviewed. - Our own repo already? The isolated trial passed;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17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 and --pds-* tokens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plectrum CLI, agents, contracts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 four packages from GitHub Packages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Initialize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plectrum init: config, agents, CI workflow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one @use + providePlectrum() → themed screens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plectrum check --profile ci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report installed versions and component usage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53096"/>
            <a:ext cx="10560050" cy="11811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Contract layers: index.json (what exists, where), pick one, {name}.metadata.ts (how and why to use it), rules, protocols/ (create, query, audit), implement, libs/ui component">    </p:cNvPr>
          <p:cNvPicPr>
            <a:picLocks noChangeAspect="1"/>
          </p:cNvPicPr>
          <p:nvPr/>
        </p:nvPicPr>
        <p:blipFill>
          <a:blip r:embed="rId1"/>
          <a:srcRect l="-31" r="-31" t="0" b="0"/>
          <a:stretch/>
        </p:blipFill>
        <p:spPr>
          <a:xfrm>
            <a:off x="1016000" y="1908671"/>
            <a:ext cx="10160000" cy="869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31659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AGENT'S PRE-FLIGHT: REUSE BEFORE INVENTING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191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525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525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 if PrimeNG already has it</a:t>
            </a:r>
            <a:endParaRPr lang="en-US" sz="12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73350" y="3873202"/>
            <a:ext cx="254000" cy="127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00990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14325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14325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4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64100" y="3873202"/>
            <a:ext cx="254000" cy="1270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2006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3340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3340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18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054850" y="3873202"/>
            <a:ext cx="254000" cy="1270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39140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52475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52475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pic>
        <p:nvPicPr>
          <p:cNvPr id="22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45600" y="3873202"/>
            <a:ext cx="254000" cy="1270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95821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7155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Starter files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97155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once Core approves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12800" y="4633913"/>
            <a:ext cx="6726535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7" name="Image 5" descr="Cod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90600" y="4711303"/>
            <a:ext cx="203200" cy="2032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70000" y="4697413"/>
            <a:ext cx="62742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Coding by hand works too: same scripts, tests, CI gates and reviews — just slower.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WHAT IS ALREADY WIRED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Contracts are code, and CI checks them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676896"/>
            <a:ext cx="10560050" cy="3168650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What is already wired: contracts (TypeScript schema, index.json, protocols), libraries (component and story, colocated .metadata.ts, 06-components SCSS) and checks (Storybook docs with status and contract figures and MCP, token contracts comparing tokens.consumed to the CSSOM, CI gates for index, docs:check, contracts:check, tokens and story tests)">    </p:cNvPr>
          <p:cNvPicPr>
            <a:picLocks noChangeAspect="1"/>
          </p:cNvPicPr>
          <p:nvPr/>
        </p:nvPicPr>
        <p:blipFill>
          <a:blip r:embed="rId1"/>
          <a:srcRect l="-42" r="-42" t="0" b="0"/>
          <a:stretch/>
        </p:blipFill>
        <p:spPr>
          <a:xfrm>
            <a:off x="1997075" y="1768971"/>
            <a:ext cx="8197850" cy="2984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055691"/>
            <a:ext cx="19621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.metadata.ts feeds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800350" y="5007471"/>
            <a:ext cx="1279723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46400" y="5064621"/>
            <a:ext cx="10384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docs page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68973" y="5007471"/>
            <a:ext cx="2082205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15023" y="5064621"/>
            <a:ext cx="184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its Find a component row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40078" y="5007471"/>
            <a:ext cx="1010841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86128" y="5064621"/>
            <a:ext cx="7695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39819" y="5007471"/>
            <a:ext cx="1816894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85869" y="5064621"/>
            <a:ext cx="15755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agents' catalogue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5484912"/>
            <a:ext cx="19621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fails on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00350" y="5436691"/>
            <a:ext cx="1188541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46400" y="5493841"/>
            <a:ext cx="9472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stale index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77791" y="5436691"/>
            <a:ext cx="2409130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23841" y="5493841"/>
            <a:ext cx="21805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props that drift from the class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5822" y="5436691"/>
            <a:ext cx="2202160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1872" y="5493841"/>
            <a:ext cx="1967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that restate metadata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866882" y="5436691"/>
            <a:ext cx="1732359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12932" y="5493841"/>
            <a:ext cx="14910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undeclared token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only agent you talk to.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by plectrum init.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“You can still do any of these steps by hand. It is a choice, not a requirement.”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CI profile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hex, px or unknown token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source scan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and adapters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candidate stories, evidence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Compatibility, source + Candidate evidence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adoption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the CI profile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PROPOSE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61321"/>
            <a:ext cx="1498600" cy="190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059" dirty="0"/>
          </a:p>
        </p:txBody>
      </p:sp>
      <p:sp>
        <p:nvSpPr>
          <p:cNvPr id="15" name="Text 13"/>
          <p:cNvSpPr/>
          <p:nvPr/>
        </p:nvSpPr>
        <p:spPr>
          <a:xfrm>
            <a:off x="6311900" y="4252020"/>
            <a:ext cx="1498600" cy="342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03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a decision</a:t>
            </a:r>
            <a:endParaRPr lang="en-US" sz="1103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10550" y="43978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43900" y="44576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3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43900" y="46709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candidate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5112246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517257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538212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and owns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22352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53313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proposal → decision → Core release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699121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4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9150" y="2043212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1955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22855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2113062"/>
            <a:ext cx="328793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344142"/>
            <a:ext cx="32879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Describe the need, what you tried, a Figma link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7035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8558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88885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773363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3004443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3638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51611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54915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433663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66474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your repo: starter files, stories, metadata,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4024114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417641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42094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4093964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4325045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2043212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1955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22855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2113062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344142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7035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8558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88885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773363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3004443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3638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51611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54915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433663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66474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4024114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417641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42094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4093964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4325045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792365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4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19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7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Figma design</a:t>
            </a:r>
            <a:endParaRPr lang="en-US" sz="1200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539670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3086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200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539670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56" name="Text 52"/>
          <p:cNvSpPr/>
          <p:nvPr/>
        </p:nvSpPr>
        <p:spPr>
          <a:xfrm>
            <a:off x="5245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200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539670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60" name="Text 55"/>
          <p:cNvSpPr/>
          <p:nvPr/>
        </p:nvSpPr>
        <p:spPr>
          <a:xfrm>
            <a:off x="7404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200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539670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64" name="Text 58"/>
          <p:cNvSpPr/>
          <p:nvPr/>
        </p:nvSpPr>
        <p:spPr>
          <a:xfrm>
            <a:off x="9563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200" dirty="0"/>
          </a:p>
        </p:txBody>
      </p:sp>
      <p:sp>
        <p:nvSpPr>
          <p:cNvPr id="65" name="Text 59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6" name="Text 6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3889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90232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2000" dirty="0"/>
          </a:p>
        </p:txBody>
      </p:sp>
      <p:pic>
        <p:nvPicPr>
          <p:cNvPr id="6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86300" y="2016621"/>
            <a:ext cx="762000" cy="127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5800" y="190232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12800" y="315644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800" y="261987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contracts</a:t>
            </a:r>
            <a:endParaRPr lang="en-US" sz="20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86300" y="2734171"/>
            <a:ext cx="762000" cy="127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5800" y="261987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812800" y="387399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2800" y="333742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2000" dirty="0"/>
          </a:p>
        </p:txBody>
      </p:sp>
      <p:pic>
        <p:nvPicPr>
          <p:cNvPr id="14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6300" y="3451721"/>
            <a:ext cx="762000" cy="127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765800" y="333742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812800" y="405497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2000" dirty="0"/>
          </a:p>
        </p:txBody>
      </p:sp>
      <p:pic>
        <p:nvPicPr>
          <p:cNvPr id="17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86300" y="4169271"/>
            <a:ext cx="762000" cy="127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765800" y="405497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812800" y="4986536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4"/>
          <p:cNvSpPr/>
          <p:nvPr/>
        </p:nvSpPr>
        <p:spPr>
          <a:xfrm>
            <a:off x="863600" y="5138936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21" name="Text 15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16 / 17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QUESTIONS · 10 MINUTES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2026-09-28T19:55:05Z</dcterms:created>
  <dcterms:modified xsi:type="dcterms:W3CDTF">2026-09-28T19:55:05Z</dcterms:modified>
</cp:coreProperties>
</file>