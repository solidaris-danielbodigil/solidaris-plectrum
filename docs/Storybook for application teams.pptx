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(optional)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no AI? Nothing lost —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decision: use-existing · app-specific · rejected · approved-candidate. - Only approved-candidate lets the team submit the component to Core; the other decisions keep it local.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Source: Contribute › Proposal decisions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 → proposal; one look across applications.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>    </p:cNvPr>
          <p:cNvPicPr>
            <a:picLocks noChangeAspect="1"/>
          </p:cNvPicPr>
          <p:nvPr/>
        </p:nvPicPr>
        <p:blipFill>
          <a:blip r:embed="rId2"/>
          <a:srcRect l="0" r="0"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component usage to Core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987131" y="5689203"/>
            <a:ext cx="2284167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9"/>
        </p:xfrm>
        <a:graphic>
          <a:graphicData uri="http://schemas.openxmlformats.org/drawingml/2006/table">
            <a:tbl>
              <a:tblPr/>
              <a:tblGrid>
                <a:gridCol w="2849499"/>
                <a:gridCol w="4960239"/>
                <a:gridCol w="2743962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>    </p:cNvPr>
          <p:cNvPicPr>
            <a:picLocks noChangeAspect="1"/>
          </p:cNvPicPr>
          <p:nvPr/>
        </p:nvPicPr>
        <p:blipFill>
          <a:blip r:embed="rId1"/>
          <a:srcRect l="-12" r="-12" t="0" b="0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index.json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lists every Plectrum component</a:t>
            </a:r>
            <a:endParaRPr lang="en-US" sz="1200" dirty="0"/>
          </a:p>
        </p:txBody>
      </p:sp>
      <p:pic>
        <p:nvPicPr>
          <p:cNvPr id="22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live docs and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692400" y="0"/>
                </a:lnTo>
                <a:arcTo hR="101600" wR="101600" stAng="16200000" swAng="5400000"/>
                <a:lnTo>
                  <a:pt x="27940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tests, story coverage, 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OPTIONAL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86421"/>
          <a:ext cx="10553700" cy="2514898"/>
        </p:xfrm>
        <a:graphic>
          <a:graphicData uri="http://schemas.openxmlformats.org/drawingml/2006/table">
            <a:tbl>
              <a:tblPr/>
              <a:tblGrid>
                <a:gridCol w="2532888"/>
                <a:gridCol w="4221480"/>
                <a:gridCol w="3799332"/>
              </a:tblGrid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PrimeNG MCP · index.json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AI strategy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index, docs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03200" dist="76200" dir="540000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2425700" y="0"/>
                </a:lnTo>
                <a:arcTo hR="101600" wR="101600" stAng="16200000" swAng="5400000"/>
                <a:lnTo>
                  <a:pt x="2527300" y="101600"/>
                </a:lnTo>
                <a:arcTo hR="50800" wR="101600" stAng="0" swAng="-5400000"/>
                <a:lnTo>
                  <a:pt x="101600" y="50800"/>
                </a:lnTo>
                <a:arcTo hR="50800" wR="1016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algn="l" marL="182880" indent="-15519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4" y="5637411"/>
            <a:ext cx="4066045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reference: Docs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/>
                <a:gridCol w="3377184"/>
                <a:gridCol w="3588258"/>
              </a:tblGrid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2581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10550" y="43978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43900" y="44576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3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rejected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43900" y="46709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 shared; build locally if needed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5112246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517257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5382121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and owns it</a:t>
            </a:r>
            <a:endParaRPr lang="en-US" sz="1196" dirty="0"/>
          </a:p>
        </p:txBody>
      </p:sp>
      <p:pic>
        <p:nvPicPr>
          <p:cNvPr id="28" name="Image 0" descr="connec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013700" y="3197721"/>
            <a:ext cx="101600" cy="22352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013700" y="53313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4"/>
              </a:lnSpc>
              <a:buNone/>
            </a:pPr>
            <a:r>
              <a:rPr lang="en-US" sz="1268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15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contracts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spc="200" kern="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PptxGenJS</cp:lastModifiedBy>
  <cp:revision>1</cp:revision>
  <dcterms:created xsi:type="dcterms:W3CDTF">2026-09-28T21:27:09Z</dcterms:created>
  <dcterms:modified xsi:type="dcterms:W3CDTF">2026-09-28T21:27:09Z</dcterms:modified>
</cp:coreProperties>
</file>