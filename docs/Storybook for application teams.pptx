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(optional)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 and screens; local Candidates only after a Core decision.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— version together. Toolkit: pds-devkit — dev dependency, own version. - Before init: Core registers the team, application and repo URL. - Initialize: plectrum init writes .plectrum/config.json, the Cursor / VS Code agents and a PR workflow running the CI profile. - Build: pds-styles on the include path + one @use in styles.scss; providePlectrum() in app.config themes PrimeNG. - Before you invent: themed PrimeNG → a Core pds-* component → a proposal. - App rules: CSS is the API (var(--pds-*), o- / c- / u- classes); no token copies; no silent duplicates. - Upgrade: Renovate / Dependabot PRs → plectrum update → validate. What's new lists breaking changes. - Today main is a development preview: a pilot installs packed tarballs until the release is published. Source: Build with Plectrum — https://solidaris-danielbodigil.github.io/solidaris-plectrum/storybook/?path=/docs/get-started-use-plectrum-in-an-app--docs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published → Renovate / Dependabot bump the apps. - 5: an app team PR adds code-owned --pds-* tokens in Plectrum. - 6–7: tokens:propose → agent (Figma MCP) or tokens plugin → proposals/{app} → a designer merges and publishes. - Every sync: three-way drift audit (Figma, preset, SCSS); report in the PR and as a Figma comment. - Last sync: 25 Sept 2026 — 2,849 / 2,849 tokens resolve, audit passed. Source: Token pipeline › Architecture · Figma sync — https://solidaris-danielbodigil.github.io/solidaris-plectrum/storybook/?path=/docs/docs-token-pipeline--docs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libs/ui) + the component-creation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"Starter files" (Storybook says "scaffold"): one command creates the Angular files, .metadata.ts, story stub and styles — only after Core approves. - Example prompt: the pre-flight finds PrimeNG DatePicker (range mode) already covers the need → no new component, no proposal. The Storybook's own example (status banner) is on slide 8. - Humans still own review, Storybook, CSS and Figma publication. - By hand: covered on slide 9 (No AI?) — same scripts, tests, CI gates and reviews, just slower. Source: AI strategy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plectrum init installs them in each app repo. - Every route still needs a proposal, a Core decision, a review and a human Figma merge. Source: AI strategy › Subagents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no AI? Nothing lost — same scripts, same CI, same reviews. - Storybook: "It is a choice, not a requirement." - Find — agent: PrimeNG MCP → index.json → Storybook MCP (same order as the pre-flight on slide 7). - Find — by hand: check themed PrimeNG first, then Find a component or plectrum catalogue (offline). - Create: plectrum scaffold (app repo, after approval) or pds:component (Plectrum repo). - Check: plectrum check --profile ci. - Figma to tokens: an agent can read variables via Figma MCP, or the designer runs the plugin sync; either way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check:commit — docs, contracts, tokens, lint, generated files saved.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plectrum check --profile ci — no hex, no px, no unknown --pds-*. - Release: same commit's CI, clean-app install, matching Storybook; "latest" never moves on a partial release. Source: Maintainer workflow — https://solidaris-danielbodigil.github.io/solidaris-plectrum/storybook/?path=/docs/docs-maintainer-workflow--docs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throwaway app and build it — exactly what a team repo does (1 app = 1 repo). - Application CI: plectrum check --profile ci — compatibility, source scan, Candidate evidence. - Chromatic visual tests only when enabled — don't promise more. - Same gates for agent and human changes. Source: Maintainer workflow — https://solidaris-danielbodigil.github.io/solidaris-plectrum/storybook/?path=/docs/docs-maintainer-workflow--docs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Repo → Figma: a designer reviews proposals/{app}, then merges and publishes. - Apps: bumps arrive as Renovate / Dependabot PRs, gated by the app CI profile. - Releases: Changesets version PR; a maintainer runs the attended release. Source: Contribute · Maintainer workflow — https://solidaris-danielbodigil.github.io/solidaris-plectrum/storybook/?path=/docs/get-started-contribute--docs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typo is a PR; a gap is a proposal. - Small fix (typo, example, link): PR on Plectrum. - Gap (component, variant, token): proposal = a GitHub issue on Plectrum — the need, what you tried, a Figma link. Core records the decision on it. - Check themed PrimeNG and Core first — "a Candidate is not a core-team ticket". - Core records one decision: use-existing · app-specific · rejected · approved-candidate. - The toolkit only scaffolds and submits under approved-candidate. - Your team builds it → your team owns it. Nothing becomes Core automatically. - Already built it? Open the proposal anyway and attach it. Source: Contribute › Proposal decisions — https://solidaris-danielbodigil.github.io/solidaris-plectrum/storybook/?path=/docs/get-started-contribute--docs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IMPORTANT: keep Core in the loop from the start of development — it avoids a Core bottleneck at integration, avoids building something that gets rejected or already exists, and you get guidance on reuse, naming and tokens. - Colours = actor: green app, blue Core, orange designer, grey release. - Every proposal is a GitHub issue in the central Plectrum repo — from an app team or a designer. - Step names simplified from Storybook: Discover → Propose, Approve → Decide, Implement → Build, Design return → Update Figma. - App route: the team proposes the gap → Core decides → the team builds in its repo and submits (candidate-submit) → Core integrates → designer updates Figma → release → the app adopts. - Until integration, the component stays the app's; nothing becomes Core automatically. - Candidates use feature names (c-affiliate-*), never Core names; the app CI profile still applies. - Design route: designer proposes from Custom components → Core decides and builds → release. Example: Profile header. - Corrections and Core work: a reviewed PR in the Plectrum repo. Source: Process and contracts — https://solidaris-danielbodigil.github.io/solidaris-plectrum/storybook/?path=/docs/docs-pipeline-contracts--docs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proposal; one look across applications. - Earlier feedback (app teams, designers): stories, CI and review catch issues in the PR; sync results land in Figma. - Repeatable adoption (Solidaris, new teams): a new team = a registry entry + plectrum init; upgrades arrive as PRs. - Ask of every team: consume the packages, run the checks, return shared improvements through a GitHub issue. - Next step: one real pilot team walks the full path — proposal → decision → candidate → integration → release → adoption. Name who decides, builds and reviews.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locally only after a decision. - Code to copy? No — consume a published version. - Can AI build a component? It prepares; people review. - Missing token? Describe the need, check existing roles, propose it; the value is reviewed. - Our own repo already? The isolated trial passed;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 and --pds-* tokens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plectrum CLI, agents, contracts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 four packages from GitHub Packages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Initialize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plectrum init: config, agents, CI workflow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one @use + providePlectrum() → themed screens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plectrum check --profile ci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report installed versions and component usage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22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libs/ui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starter files, generated once Core approves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only agent you talk to.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by plectrum init.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OPTIONAL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“You can still do any of these steps by hand. It is a choice, not a requirement.”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CI profile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hex, px or unknown token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source scan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and adapters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candidate stories, evidence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Compatibility, source + Candidate evidence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adoption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the CI profile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PROPOSE BEFORE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10550" y="43978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43900" y="44576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3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43900" y="46709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candidate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5112246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517257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538212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and owns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22352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8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53313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proposal → decision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issue: the need, what you tried, a Figma link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your repo: starter files, stories, metadata, tests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bring the Core team in early — no bottleneck, no wasted work, better guidance.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contracts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2026-09-28T21:27:09Z</dcterms:created>
  <dcterms:modified xsi:type="dcterms:W3CDTF">2026-09-28T21:27:09Z</dcterms:modified>
</cp:coreProperties>
</file>